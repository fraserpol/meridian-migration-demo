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SOLUTION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Capital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Watchlist App — Dev / QA / Staging Migration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8778240" cy="1417320"/>
          </a:xfrm>
          <a:prstGeom prst="roundRect">
            <a:avLst>
              <a:gd name="adj" fmla="val 5161"/>
            </a:avLst>
          </a:prstGeom>
          <a:solidFill>
            <a:srgbClr val="121B3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611880"/>
            <a:ext cx="54864" cy="14173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6732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IT owns compute, network, and provisioning end-to-end — ticket-gated environments and manual, hard-to-undo promotions are slowing releases and creating recurring audit findings.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Fraser Pollock, Solutions Architect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Environment, Same Bottleneck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 queue and one long-lived secrets store sit in front of Dev, QA, Staging, and Production alike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ticket-provisioned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16352" y="2551176"/>
            <a:ext cx="265176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0" y="2148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ticket-provisioned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68112" y="2551176"/>
            <a:ext cx="265176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2148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ticket-provisioned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19872" y="2551176"/>
            <a:ext cx="265176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21488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148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715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ticket-provisioned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429000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Jenkins-style CI — manual, per-environment promotion (one at a time)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23060" y="3063240"/>
            <a:ext cx="0" cy="36576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4820" y="3063240"/>
            <a:ext cx="0" cy="36576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6580" y="3063240"/>
            <a:ext cx="0" cy="36576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8340" y="3063240"/>
            <a:ext cx="0" cy="36576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262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BEFE3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636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CI vars / .env files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" y="4983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Long-lived, manually rotated — or not at all. A standing SOC 2 / GLBA finding.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5262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D8E6F7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4636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37960" y="4983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 + watchlists — all four environments read/write the same system of record.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154680" y="4206240"/>
            <a:ext cx="0" cy="32004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4206240"/>
            <a:ext cx="0" cy="32004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Hurts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costs of the current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up or resizing Dev/QA/Staging goes through a ticket queue measured in days, not self-serve minutes.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4231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30–60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Promotion Recovery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a second manual deploy, not an instant switch — that's on-call time lost per incident.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05740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242316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3566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5820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Visibility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5820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and Compliance have no way to see what a model call costs or which provider served it — a hard blocker for any AI feature.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 Deployments + Secure Compute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stays on traditional IT for Phase 1 — Dev/QA/Staging move first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GitHub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Jenkins: lint, test, migration dry-run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BEFE3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IT 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480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we move the app tier?” → asks the Copilot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985516"/>
            <a:ext cx="457200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10312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QA / Staging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2798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— login, profile, watchlist UI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3291840"/>
            <a:ext cx="274320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Copilot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3484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SDK, streaming + tool calls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2103120"/>
            <a:ext cx="3200400" cy="1874520"/>
          </a:xfrm>
          <a:prstGeom prst="roundRect">
            <a:avLst>
              <a:gd name="adj" fmla="val 3902"/>
            </a:avLst>
          </a:prstGeom>
          <a:solidFill>
            <a:srgbClr val="D8E6F7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AWS VPC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83880" y="2542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83880" y="2852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8388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+ route inventory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83880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Vault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83880" y="3675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DB creds + app secrets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52360" y="2985516"/>
            <a:ext cx="457200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40873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Secure Compute: VPC peering 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3977640"/>
            <a:ext cx="0" cy="502920"/>
          </a:xfrm>
          <a:prstGeom prst="line">
            <a:avLst/>
          </a:prstGeom>
          <a:noFill/>
          <a:ln w="15875">
            <a:solidFill>
              <a:srgbClr val="B9C6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448056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06240" y="4480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20624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provider → failover fallback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57784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3F6FB"/>
          </a:solidFill>
          <a:ln w="12700"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77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(future, gated on security review)  →  Production remains on traditional IT for now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BOUNDARY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Outside Vercel — and Why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architectural decision in this engagement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671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0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Postgres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watchlists, positions — already compliant. Re-platforming the system of record is unnecessary risk for zero benefit.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21671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2130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Vault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95160" y="24688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existing, audited secrets control plane. Vercel becomes a consumer via short-lived dynamic credentials — it does not replace Vault.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3602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IdP (Okta / Azure AD)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39044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login, MFA, conditional access, and audit logging investments are preserved untouched.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401568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3602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Environment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95160" y="39044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proves the pattern in Dev/QA/Staging. The production trust boundary moves only after a Staging soak and a security review.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8371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038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5001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Core Banking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88720" y="534009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this app; untouched.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4837176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121B3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5038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5001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 (GitHub Actions)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95160" y="534009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only — lint, test, migration dry-run. Vercel's Git integration owns the actual deploy.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PRIMITIVES CHOSEN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Primitives, One Trade-off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7452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4963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 Deployments</a:t>
            </a:r>
            <a:endParaRPr lang="en-US" sz="16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Rolling Releases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gets an immutable, isolated URL. QA/Staging become alias domains with gradual, percentage-based rollout and instant rollback.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97180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5148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app to tolerate two versions serving traffic simultaneously during the canary window.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87452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· AI PRIMITIVE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24963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SDK</a:t>
            </a:r>
            <a:endParaRPr lang="en-US" sz="16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AI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461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Copilot — a chat surface for legacy IT admins that recommends an incremental migration strategy and generates the rewrite/rollback snippet.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754880"/>
            <a:ext cx="297180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0" y="5148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assumes comparable behavior across providers for tool-calling — needs a small eval set before it's trusted for cutover.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87452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249631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Compute</a:t>
            </a:r>
            <a:endParaRPr lang="en-US" sz="16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OIDC Federation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32461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static network path into Meridian's AWS VPC. AWS and HCP Vault trust short-lived Vercel-issued tokens instead of standing secrets.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4754880"/>
            <a:ext cx="2971800" cy="0"/>
          </a:xfrm>
          <a:prstGeom prst="line">
            <a:avLst/>
          </a:prstGeom>
          <a:noFill/>
          <a:ln w="12700">
            <a:solidFill>
              <a:srgbClr val="D3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8737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0" y="51480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Enterprise-tier feature with real cost and AWS-side VPC peering approval lead time.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DEEP DIVE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Boundary Is Crossed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OIDC walk — what Security will ask about first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8660" y="2468880"/>
            <a:ext cx="0" cy="356616"/>
          </a:xfrm>
          <a:prstGeom prst="line">
            <a:avLst/>
          </a:prstGeom>
          <a:noFill/>
          <a:ln w="19050">
            <a:solidFill>
              <a:srgbClr val="D3DCE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88720" y="1947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short-lived, signed identity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94767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invocation, Vercel issues an OIDC token (VERCEL_OIDC_TOKEN) scoped to that project and environment. No Vercel Function ever holds a static AWS key or Vault token.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2549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8660" y="3328416"/>
            <a:ext cx="0" cy="356616"/>
          </a:xfrm>
          <a:prstGeom prst="line">
            <a:avLst/>
          </a:prstGeom>
          <a:noFill/>
          <a:ln w="19050">
            <a:solidFill>
              <a:srgbClr val="D3DCE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188720" y="2807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trusts Vercel as an OIDC issuer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280720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 Vault's jwt auth method trusts Vercel the same way it would trust GitHub Actions or any external IdP. The token is exchanged for a short-lived Vault token.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8503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8660" y="4187952"/>
            <a:ext cx="0" cy="356616"/>
          </a:xfrm>
          <a:prstGeom prst="line">
            <a:avLst/>
          </a:prstGeom>
          <a:noFill/>
          <a:ln w="19050">
            <a:solidFill>
              <a:srgbClr val="D3DCE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188720" y="3666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dynamic, TTL-bound credential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366674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reads a database credential from Vault's database secrets engine — never a standing password.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445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8660" y="5047488"/>
            <a:ext cx="0" cy="356616"/>
          </a:xfrm>
          <a:prstGeom prst="line">
            <a:avLst/>
          </a:prstGeom>
          <a:noFill/>
          <a:ln w="19050">
            <a:solidFill>
              <a:srgbClr val="D3DCE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18872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network path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5262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Compute gives Vercel a dedicated, isolated network with VPC peering into Meridian's AWS VPC — RDS and internal APIs are never exposed to the public internet.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40410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404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5385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pattern, reused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538581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can also hand a function short-lived AWS credentials directly (AssumeRoleWithWebIdentity). The Migration Copilot's tool call rides this same path — read-only, never Production.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QA / Staging — Production is a deliberate, later Phase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821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5844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gets a Preview Deployment wired to dev-scoped Vault credentials and a non-prod RDS schema over Secure Compute.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60320" y="3648456"/>
            <a:ext cx="164592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28600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31821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35844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lint / test / migration dry-run as a required check; merges auto-promote to the QA alias.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846320" y="3648456"/>
            <a:ext cx="164592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228600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31821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35844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promotion via Rolling Releases at a small traffic percentage (e.g. 10%) behind the Staging alias.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132320" y="3648456"/>
            <a:ext cx="164592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228600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0" y="31821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98080" y="35844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increased to 100% once error rate, latency, and AI Gateway cost/quality metrics hold steady.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418320" y="3648456"/>
            <a:ext cx="164592" cy="109728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0" y="2286000"/>
            <a:ext cx="2084832" cy="2834640"/>
          </a:xfrm>
          <a:prstGeom prst="roundRect">
            <a:avLst>
              <a:gd name="adj" fmla="val 3509"/>
            </a:avLst>
          </a:prstGeom>
          <a:solidFill>
            <a:srgbClr val="FBEFE3"/>
          </a:solidFill>
          <a:ln/>
          <a:effectLst>
            <a:outerShdw sx="100000" sy="100000" kx="0" ky="0" algn="bl" rotWithShape="0" blurRad="101600" dist="38100" dir="5400000">
              <a:srgbClr val="0A112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84080" y="25146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9784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84080" y="31821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84080" y="35844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regression triggers an instant rollback to the prior deployment — no rebuild, no redeploy, no ticket.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→ Target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8328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8096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02536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3F6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20574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queue (days)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20574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 on git push (minutes)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28072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Long-lived, manually rotated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28072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0" y="28072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TTL-bound — zero static DB secrets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3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570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35570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redeploy (~30–60 min)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35570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960" y="355701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to prior deployment (seconds)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068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visibility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4306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430682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0" y="4306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/ per-feature cost + token dashboard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01768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3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566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guidance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383280" y="505663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Tribal-knowledge cutover planning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50566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50566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reviewable rewrite/rollback plan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— What I'd Say Before Kickoff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first, it's rigour. Said only when asked, it looks like it was hoped nobody would 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21B3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48840"/>
            <a:ext cx="73152" cy="1417320"/>
          </a:xfrm>
          <a:prstGeom prst="round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UNPROMPTED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Vault-to-AWS peering is real and applied. The Vercel-to-AWS leg is what Secure Compute would provide, and it is not built here. Today the demo reaches both over the public internet with TLS and credential auth; Static IPs are the intermediate step if Enterprise isn't on the table.”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8496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794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Compute + VPC peering has AWS-side approval steps and an Enterprise-plan cost — not a same-day setup.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068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2519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Releases assume backward-compatible changes during the canary window.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640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709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failover needs a small regression/eval set before it's trusted beyond Dev/QA.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2212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1663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Copilot recommendations are only as good as the (currently mocked) legacy inventory.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6784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design leaves Production on traditional IT — it doesn't solve Meridian's Production release pain yet.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CAPITAL  ·  VERCEL SOLUTION ARCHITECTURE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SCOPE PHASE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Questions Still Open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276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actual ZDR / PII / data-residency requirement for prompt content leaving the trust boundary?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148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2148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2276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RBAC model for who can promote to Staging or trigger a rollback in Vercel?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291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419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real connection-pooling budget for RDS at production scale?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91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291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3419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real CMDB or route-inventory system to wire the Migration Copilot to, beyond the mock?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434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562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SIEM / Log Drain destination (Splunk / Datadog) should the audit trail land in?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21B30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44348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4562856"/>
            <a:ext cx="4434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SOC 2 / ISO 27001 / DPA documentation does procurement need to start review?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94360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2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Phase 2 conversation on Production — gated on a successful Staging soak and a security review of this boundary under real traffic.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2026-08-14T18:16:52Z</dcterms:created>
  <dcterms:modified xsi:type="dcterms:W3CDTF">2026-08-14T18:16:52Z</dcterms:modified>
</cp:coreProperties>
</file>